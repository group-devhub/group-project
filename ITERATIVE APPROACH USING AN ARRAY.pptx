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77" d="100"/>
          <a:sy n="77" d="100"/>
        </p:scale>
        <p:origin x="3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8C802-9A73-2B6C-98D8-47795EAA5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19137" y="1589544"/>
            <a:ext cx="7312777" cy="88896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3399"/>
                </a:solidFill>
                <a:highlight>
                  <a:srgbClr val="FFFF00"/>
                </a:highlight>
              </a:rPr>
              <a:t>ITERATIVE</a:t>
            </a:r>
            <a:r>
              <a:rPr lang="en-US" sz="2400" dirty="0">
                <a:solidFill>
                  <a:srgbClr val="FF3399"/>
                </a:solidFill>
              </a:rPr>
              <a:t> APPROACH USING AN ARRAY</a:t>
            </a:r>
            <a:endParaRPr lang="en-KE" sz="2400" dirty="0">
              <a:solidFill>
                <a:srgbClr val="FF3399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B840FF-BADF-E7FF-449A-812822E81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4011" y="2634916"/>
            <a:ext cx="9715083" cy="2418347"/>
          </a:xfrm>
        </p:spPr>
        <p:txBody>
          <a:bodyPr>
            <a:normAutofit fontScale="400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5100" b="1" cap="none" dirty="0">
                <a:solidFill>
                  <a:schemeClr val="tx1"/>
                </a:solidFill>
              </a:rPr>
              <a:t>The iterative method uses a loop instead </a:t>
            </a:r>
          </a:p>
          <a:p>
            <a:pPr algn="l"/>
            <a:r>
              <a:rPr lang="en-US" sz="5100" b="1" cap="none" dirty="0">
                <a:solidFill>
                  <a:schemeClr val="tx1"/>
                </a:solidFill>
              </a:rPr>
              <a:t>of repeatedly calling a function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5100" b="1" cap="none" dirty="0">
                <a:solidFill>
                  <a:schemeClr val="tx1"/>
                </a:solidFill>
              </a:rPr>
              <a:t>An array stores the numbers as they are </a:t>
            </a:r>
          </a:p>
          <a:p>
            <a:pPr algn="l"/>
            <a:r>
              <a:rPr lang="en-US" sz="5100" b="1" cap="none" dirty="0">
                <a:solidFill>
                  <a:schemeClr val="tx1"/>
                </a:solidFill>
              </a:rPr>
              <a:t>generated, and each new number is the</a:t>
            </a:r>
          </a:p>
          <a:p>
            <a:pPr algn="l"/>
            <a:r>
              <a:rPr lang="en-US" sz="5100" b="1" cap="none" dirty="0">
                <a:solidFill>
                  <a:schemeClr val="tx1"/>
                </a:solidFill>
              </a:rPr>
              <a:t>sum of the two previous numbers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776748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D38830-0EC0-D657-1D05-C32EBDBABE6B}"/>
              </a:ext>
            </a:extLst>
          </p:cNvPr>
          <p:cNvSpPr txBox="1"/>
          <p:nvPr/>
        </p:nvSpPr>
        <p:spPr>
          <a:xfrm>
            <a:off x="3894222" y="2661808"/>
            <a:ext cx="67617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FF3399"/>
                </a:solidFill>
              </a:rPr>
              <a:t>JAVA CODE</a:t>
            </a:r>
            <a:endParaRPr lang="en-KE" sz="7200" dirty="0">
              <a:solidFill>
                <a:srgbClr val="FF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105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8A776D-DA15-FBC6-C65E-6D9A475FE375}"/>
              </a:ext>
            </a:extLst>
          </p:cNvPr>
          <p:cNvSpPr txBox="1"/>
          <p:nvPr/>
        </p:nvSpPr>
        <p:spPr>
          <a:xfrm>
            <a:off x="4373478" y="1528010"/>
            <a:ext cx="63647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3399"/>
                </a:solidFill>
              </a:rPr>
              <a:t>COMPLEXITY</a:t>
            </a:r>
            <a:endParaRPr lang="en-KE" sz="2800" dirty="0">
              <a:solidFill>
                <a:srgbClr val="FF339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79CA56-22F8-FC1C-5B19-3C5266122FB6}"/>
              </a:ext>
            </a:extLst>
          </p:cNvPr>
          <p:cNvSpPr txBox="1"/>
          <p:nvPr/>
        </p:nvSpPr>
        <p:spPr>
          <a:xfrm>
            <a:off x="3116179" y="1949492"/>
            <a:ext cx="9938084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The time complexity is 0 (n) because  the </a:t>
            </a:r>
          </a:p>
          <a:p>
            <a:r>
              <a:rPr lang="en-US" sz="2400" b="1" dirty="0"/>
              <a:t>arrays stores the series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This method is faster than simple </a:t>
            </a:r>
          </a:p>
          <a:p>
            <a:r>
              <a:rPr lang="en-US" sz="2400" b="1" dirty="0"/>
              <a:t>Recursion and allows the program to</a:t>
            </a:r>
          </a:p>
          <a:p>
            <a:r>
              <a:rPr lang="en-US" sz="2400" b="1"/>
              <a:t>ccess</a:t>
            </a:r>
            <a:r>
              <a:rPr lang="en-US" sz="2400" b="1" dirty="0"/>
              <a:t> the values in the arrays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67121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{D2EF21F1-D5BF-44B8-86B9-705D95DD7A56}TF62d0d592-7ac2-4846-a919-75806e8bead47c13978d-7a72a11451b2</Template>
  <TotalTime>34</TotalTime>
  <Words>74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Tw Cen MT</vt:lpstr>
      <vt:lpstr>Droplet</vt:lpstr>
      <vt:lpstr>ITERATIVE APPROACH USING AN ARRAY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ODHIAMBO</dc:creator>
  <cp:lastModifiedBy>JOSEPH ODHIAMBO</cp:lastModifiedBy>
  <cp:revision>3</cp:revision>
  <dcterms:created xsi:type="dcterms:W3CDTF">2026-10-23T08:45:24Z</dcterms:created>
  <dcterms:modified xsi:type="dcterms:W3CDTF">2026-10-23T09:20:16Z</dcterms:modified>
</cp:coreProperties>
</file>